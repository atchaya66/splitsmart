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  <Relationship Id="rId13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94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976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331720"/>
            <a:ext cx="609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SplitSmart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605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Expense Sharing Application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68680" y="4160520"/>
            <a:ext cx="5029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434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Atchaya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EAF3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EAF3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. Tech Information Technology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Year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endParaRPr lang="en-US" sz="1600" dirty="0"/>
          </a:p>
        </p:txBody>
      </p:sp>
      <p:pic>
        <p:nvPicPr>
          <p:cNvPr id="11" name="Image 1" descr="Illustration of three people splitting a restaurant bill at a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975" y="1269848"/>
            <a:ext cx="3949065" cy="5015666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2956" cy="4709160"/>
          </a:xfrm>
          <a:prstGeom prst="roundRect">
            <a:avLst>
              <a:gd name="adj" fmla="val 2330"/>
            </a:avLst>
          </a:prstGeom>
          <a:solidFill>
            <a:srgbClr val="EAF3F8"/>
          </a:solidFill>
          <a:ln/>
          <a:effectLst>
            <a:outerShdw blurRad="76200" dist="25400" dir="5400000" algn="bl" rotWithShape="0">
              <a:srgbClr val="365E7D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/icon_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19168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01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63143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manage shared expenses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 are error-prone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balances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7356" y="1417320"/>
            <a:ext cx="5362956" cy="4709160"/>
          </a:xfrm>
          <a:prstGeom prst="roundRect">
            <a:avLst>
              <a:gd name="adj" fmla="val 2330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365E7D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43116" y="17830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pt/icon_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47" y="191681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74636" y="1801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643116" y="2651760"/>
            <a:ext cx="463143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expense sharing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authentication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balance calculation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47672" y="167335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/icon_reac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122" y="1844802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4688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28620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52544" y="14173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51576" y="167335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ppt/icon_leaf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026" y="1844802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9704" y="24688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489704" y="28620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37576" y="14173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55480" y="167335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/icon_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6930" y="1844802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93608" y="24688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293608" y="28620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7033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947672" y="395935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ppt/icon_ke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122" y="4130802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" y="47548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85800" y="51480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Authentication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52544" y="37033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751576" y="395935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/home/claude/ppt/icon_databas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3026" y="4130802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89704" y="47548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489704" y="51480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56448" y="37033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555480" y="3959352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5" descr="/home/claude/ppt/icon_paperplan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6930" y="4130802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93608" y="47548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293608" y="51480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68396" y="12344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AF3F8"/>
          </a:solidFill>
          <a:ln w="15875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365E7D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96412" y="13258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/icon_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823" y="1412291"/>
            <a:ext cx="211226" cy="2112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90188" y="12344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51676" y="12344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on browser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94476" y="1828800"/>
            <a:ext cx="0" cy="22494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168396" y="217261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AF3F8"/>
          </a:solidFill>
          <a:ln w="15875">
            <a:solidFill>
              <a:srgbClr val="1C7293"/>
            </a:solidFill>
            <a:prstDash val="solid"/>
          </a:ln>
          <a:effectLst>
            <a:outerShdw blurRad="50800" dist="12700" dir="5400000" algn="bl" rotWithShape="0">
              <a:srgbClr val="365E7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6412" y="226405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/icon_reac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823" y="2350465"/>
            <a:ext cx="211226" cy="2112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0188" y="217261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1676" y="217261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 layer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94476" y="2766974"/>
            <a:ext cx="0" cy="22494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168396" y="3110789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AF3F8"/>
          </a:solidFill>
          <a:ln w="15875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365E7D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96412" y="3202229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pt/icon_leaf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823" y="3288640"/>
            <a:ext cx="211226" cy="2112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0188" y="3110789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51676" y="3110789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over HTTP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094476" y="3705149"/>
            <a:ext cx="0" cy="22494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168396" y="4048963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AF3F8"/>
          </a:solidFill>
          <a:ln w="15875">
            <a:solidFill>
              <a:srgbClr val="1C7293"/>
            </a:solidFill>
            <a:prstDash val="solid"/>
          </a:ln>
          <a:effectLst>
            <a:outerShdw blurRad="50800" dist="12700" dir="5400000" algn="bl" rotWithShape="0">
              <a:srgbClr val="365E7D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96412" y="4140403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/home/claude/ppt/icon_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823" y="4226814"/>
            <a:ext cx="211226" cy="2112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790188" y="4048963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(JWT)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551676" y="4048963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094476" y="4643323"/>
            <a:ext cx="0" cy="22494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3168396" y="498713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AF3F8"/>
          </a:solidFill>
          <a:ln w="15875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365E7D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96412" y="507857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4" descr="/home/claude/ppt/icon_databas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2823" y="5164988"/>
            <a:ext cx="211226" cy="21122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90188" y="498713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6551676" y="498713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094476" y="5581498"/>
            <a:ext cx="0" cy="22494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3168396" y="592531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EAF3F8"/>
          </a:solidFill>
          <a:ln w="15875">
            <a:solidFill>
              <a:srgbClr val="21295C"/>
            </a:solidFill>
            <a:prstDash val="solid"/>
          </a:ln>
          <a:effectLst>
            <a:outerShdw blurRad="50800" dist="12700" dir="5400000" algn="bl" rotWithShape="0">
              <a:srgbClr val="365E7D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296412" y="6016752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5" name="Image 5" descr="/home/claude/ppt/icon_databas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2823" y="6103163"/>
            <a:ext cx="211226" cy="21122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790188" y="59253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6551676" y="592531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83864" cy="2103120"/>
          </a:xfrm>
          <a:prstGeom prst="roundRect">
            <a:avLst>
              <a:gd name="adj" fmla="val 4348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/icon_userplu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1846631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2316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and simple sign-up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52544" y="1463040"/>
            <a:ext cx="3483864" cy="2103120"/>
          </a:xfrm>
          <a:prstGeom prst="roundRect">
            <a:avLst>
              <a:gd name="adj" fmla="val 4348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81144" y="17190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ppt/icon_sign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703" y="1846631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242316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81144" y="28346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secure sign-in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56448" y="1463040"/>
            <a:ext cx="3483864" cy="2103120"/>
          </a:xfrm>
          <a:prstGeom prst="roundRect">
            <a:avLst>
              <a:gd name="adj" fmla="val 4348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85048" y="17190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ppt/icon_ke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2607" y="1846631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85048" y="242316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85048" y="28346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session security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483864" cy="2103120"/>
          </a:xfrm>
          <a:prstGeom prst="roundRect">
            <a:avLst>
              <a:gd name="adj" fmla="val 4348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142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ppt/icon_layergrou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99" y="4269791"/>
            <a:ext cx="311810" cy="3118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84632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Management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77240" y="525780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groups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52544" y="3886200"/>
            <a:ext cx="3483864" cy="2103120"/>
          </a:xfrm>
          <a:prstGeom prst="roundRect">
            <a:avLst>
              <a:gd name="adj" fmla="val 4348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81144" y="4142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ppt/icon_invoic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703" y="4269791"/>
            <a:ext cx="311810" cy="3118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81144" y="484632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581144" y="525780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organize expenses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56448" y="3886200"/>
            <a:ext cx="3483864" cy="2103120"/>
          </a:xfrm>
          <a:prstGeom prst="roundRect">
            <a:avLst>
              <a:gd name="adj" fmla="val 4348"/>
            </a:avLst>
          </a:prstGeom>
          <a:solidFill>
            <a:srgbClr val="EAF3F8"/>
          </a:solidFill>
          <a:ln/>
          <a:effectLst>
            <a:outerShdw blurRad="63500" dist="25400" dir="5400000" algn="bl" rotWithShape="0">
              <a:srgbClr val="365E7D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85048" y="4142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5" descr="/home/claude/ppt/icon_balanc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2607" y="4269791"/>
            <a:ext cx="311810" cy="31181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85048" y="4846320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Calculation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385048" y="525780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accurate settle-ups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88636" cy="4709160"/>
          </a:xfrm>
          <a:prstGeom prst="roundRect">
            <a:avLst>
              <a:gd name="adj" fmla="val 2330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7830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/icon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451" y="19168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01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88720" y="2651760"/>
            <a:ext cx="435711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easy expense-sharing application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calculations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expense tracking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7356" y="1417320"/>
            <a:ext cx="5088636" cy="4709160"/>
          </a:xfrm>
          <a:prstGeom prst="roundRect">
            <a:avLst>
              <a:gd name="adj" fmla="val 2330"/>
            </a:avLst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6643116" y="17830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0" name="Image 1" descr="/home/claude/ppt/icon_mobi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47" y="191681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74636" y="18013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643116" y="26517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2" descr="/home/claude/ppt/icon_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986" y="27546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83196" y="265176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643116" y="34290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3" descr="/home/claude/ppt/icon_car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986" y="35318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83196" y="342900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Payments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643116" y="4206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9" name="Image 4" descr="/home/claude/ppt/icon_mobi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986" y="430911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83196" y="420624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643116" y="49834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2" name="Image 5" descr="/home/claude/ppt/icon_invoic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986" y="5086350"/>
            <a:ext cx="251460" cy="2514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83196" y="498348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Reports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80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SplitSmart user interface</a:t>
            </a:r>
            <a:endParaRPr lang="en-US" sz="1400" dirty="0"/>
          </a:p>
        </p:txBody>
      </p:sp>
      <p:pic>
        <p:nvPicPr>
          <p:cNvPr id="4" name="Screenshot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0000"/>
            <a:ext cx="2509360" cy="2575873"/>
          </a:xfrm>
          <a:prstGeom prst="roundRect">
            <a:avLst>
              <a:gd name="adj" fmla="val 4000"/>
            </a:avLst>
          </a:prstGeom>
          <a:ln w="12700">
            <a:solidFill>
              <a:srgbClr val="EAF3F8"/>
            </a:solidFill>
          </a:ln>
          <a:effectLst>
            <a:outerShdw blurRad="90000" dist="30000" dir="5400000" algn="bl" rotWithShape="0">
              <a:srgbClr val="21295C">
                <a:alpha val="22000"/>
              </a:srgbClr>
            </a:outerShdw>
          </a:effectLst>
        </p:spPr>
      </p:pic>
      <p:sp>
        <p:nvSpPr>
          <p:cNvPr id="5" name="Caption Title 0"/>
          <p:cNvSpPr/>
          <p:nvPr/>
        </p:nvSpPr>
        <p:spPr>
          <a:xfrm>
            <a:off x="548640" y="4275873"/>
            <a:ext cx="25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700" dirty="0"/>
          </a:p>
        </p:txBody>
      </p:sp>
      <p:sp>
        <p:nvSpPr>
          <p:cNvPr id="6" name="Caption Sub 0"/>
          <p:cNvSpPr/>
          <p:nvPr/>
        </p:nvSpPr>
        <p:spPr>
          <a:xfrm>
            <a:off x="548640" y="4705873"/>
            <a:ext cx="25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with demo accounts</a:t>
            </a:r>
            <a:endParaRPr lang="en-US" sz="1300" dirty="0"/>
          </a:p>
        </p:txBody>
      </p:sp>
      <p:pic>
        <p:nvPicPr>
          <p:cNvPr id="7" name="Screensho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999" y="1550000"/>
            <a:ext cx="2293843" cy="2575873"/>
          </a:xfrm>
          <a:prstGeom prst="roundRect">
            <a:avLst>
              <a:gd name="adj" fmla="val 4000"/>
            </a:avLst>
          </a:prstGeom>
          <a:ln w="12700">
            <a:solidFill>
              <a:srgbClr val="EAF3F8"/>
            </a:solidFill>
          </a:ln>
          <a:effectLst>
            <a:outerShdw blurRad="90000" dist="30000" dir="5400000" algn="bl" rotWithShape="0">
              <a:srgbClr val="21295C">
                <a:alpha val="22000"/>
              </a:srgbClr>
            </a:outerShdw>
          </a:effectLst>
        </p:spPr>
      </p:pic>
      <p:sp>
        <p:nvSpPr>
          <p:cNvPr id="8" name="Caption Title 1"/>
          <p:cNvSpPr/>
          <p:nvPr/>
        </p:nvSpPr>
        <p:spPr>
          <a:xfrm>
            <a:off x="3457999" y="4275873"/>
            <a:ext cx="22938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700" dirty="0"/>
          </a:p>
        </p:txBody>
      </p:sp>
      <p:sp>
        <p:nvSpPr>
          <p:cNvPr id="9" name="Caption Sub 1"/>
          <p:cNvSpPr/>
          <p:nvPr/>
        </p:nvSpPr>
        <p:spPr>
          <a:xfrm>
            <a:off x="3457999" y="4705873"/>
            <a:ext cx="22938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onboarding in seconds</a:t>
            </a:r>
            <a:endParaRPr lang="en-US" sz="1300" dirty="0"/>
          </a:p>
        </p:txBody>
      </p:sp>
      <p:pic>
        <p:nvPicPr>
          <p:cNvPr id="10" name="Screensho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843" y="1550000"/>
            <a:ext cx="5491517" cy="2575873"/>
          </a:xfrm>
          <a:prstGeom prst="roundRect">
            <a:avLst>
              <a:gd name="adj" fmla="val 4000"/>
            </a:avLst>
          </a:prstGeom>
          <a:ln w="12700">
            <a:solidFill>
              <a:srgbClr val="EAF3F8"/>
            </a:solidFill>
          </a:ln>
          <a:effectLst>
            <a:outerShdw blurRad="90000" dist="30000" dir="5400000" algn="bl" rotWithShape="0">
              <a:srgbClr val="21295C">
                <a:alpha val="22000"/>
              </a:srgbClr>
            </a:outerShdw>
          </a:effectLst>
        </p:spPr>
      </p:pic>
      <p:sp>
        <p:nvSpPr>
          <p:cNvPr id="11" name="Caption Title 2"/>
          <p:cNvSpPr/>
          <p:nvPr/>
        </p:nvSpPr>
        <p:spPr>
          <a:xfrm>
            <a:off x="6151843" y="4275873"/>
            <a:ext cx="549151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2" name="Caption Sub 2"/>
          <p:cNvSpPr/>
          <p:nvPr/>
        </p:nvSpPr>
        <p:spPr>
          <a:xfrm>
            <a:off x="6151843" y="4705873"/>
            <a:ext cx="54915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balances at a glance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172</Words>
  <Application>Microsoft Office PowerPoint</Application>
  <PresentationFormat>Widescreen</PresentationFormat>
  <Paragraphs>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atchayam2023@gmail.com</cp:lastModifiedBy>
  <cp:revision>2</cp:revision>
  <dcterms:created xsi:type="dcterms:W3CDTF">2026-07-30T15:24:43Z</dcterms:created>
  <dcterms:modified xsi:type="dcterms:W3CDTF">2026-07-31T03:42:32Z</dcterms:modified>
</cp:coreProperties>
</file>